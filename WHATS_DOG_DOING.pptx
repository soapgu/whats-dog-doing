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 DOG DOING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数学答题互动游戏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 |  GitHub Pages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玩法概述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加减法答题共10题，每题倒计时内输入答案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简单30s/普通15s/困难12s三种难度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简单和普通为答案填空，困难随机位置填空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答对得1分，答错或超时不计分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战斗动画系统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怪物从右侧向英雄逐步靠近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答对：怪物缩放消失+爆炸特效，英雄生存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答错或超时：英雄旋转跌落消失，怪物停留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每题结束后自动重置进入下一关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英雄与怪物图片可替换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三种难度各配独立背景音乐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答对/答错音效独立配置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首页背景音乐可替换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 19 + Create React App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react-app-rewired 构建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requestAnimationFrame 驱动怪物平滑移动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GitHub Pages 部署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项目结构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App.js 根组件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CoverPage.js 首页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Quiz.js 答题战斗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ResultPage.js 结算页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2026-06-24T09:54:09Z</dcterms:created>
  <dcterms:modified xsi:type="dcterms:W3CDTF">2026-06-24T09:54:09Z</dcterms:modified>
</cp:coreProperties>
</file>